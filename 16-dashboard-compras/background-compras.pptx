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20E8"/>
    <a:srgbClr val="8719E1"/>
    <a:srgbClr val="EAB0E3"/>
    <a:srgbClr val="B456CE"/>
    <a:srgbClr val="A86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70690-4E9C-AF14-20D6-FE8A1A371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2E0319-8090-9844-E284-CAE0B2231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AF0EFE-DEBE-4B5A-9E12-AD2FB71D1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297A14-D9CC-07AB-58C4-8482F036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F495A8-A9B6-5966-F459-293AA478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38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EF4802-65AA-736A-DF38-B5E5CB9B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1A1D04-CACA-8F2C-9BA3-D54332914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09F643-3892-AD90-3D8B-A653BEC71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2E8C4C-9DA5-CDE1-0B63-61F327FD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3ED321-56BC-6887-45C3-065559E9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57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01DC1-9392-D3BB-869E-5D5145FD5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E914C6-D602-4251-EFB5-72D361A62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66971E-897D-C8F3-1AA1-04B54D07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9ABA45-D5AD-AC79-EDD2-56DB9AB5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220F32-9782-9D36-9A95-0493745A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40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405B1-CF40-B7A2-AE79-46D54639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E9CBB9-524E-2725-D7F8-2CE081AF1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4E4665-8923-E768-BB6F-94F6BEEA5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0DFB99-8280-15E7-21D1-C5E726519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42BD49-E4A5-5A23-2FE1-B70497F8A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186F73-0B00-CEF1-1397-EB435297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787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3AA7A-D806-B762-6C3E-70EFE250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7E2B5E-C269-D3B6-5BA7-705A4DD28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770AD7-4156-8D54-36F5-0AC58D947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63F73E-7641-6DA0-47E9-14E06E021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D530F58-EAED-A365-CB77-6745D79CE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28671A3-0B43-60CE-B5C3-CB4BA3D6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96F6CF-9638-F149-EB8A-BB042A3B5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006F02-B4E3-E663-5A56-BD3FBC8D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814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64721-B2F6-7273-EE4A-B865947E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7D0EFA1-CAD0-66ED-6329-6BC53EE7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433E02-9C34-7EC7-2B34-0E2AC56C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A10E4C-3A59-18A5-952F-2E4A8DBB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48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BB5CC4-D06C-59A2-211D-D086B500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99BCE5-EB44-1A46-404D-F10809FD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099779-56FD-5BA6-D1C7-1FFE1825E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76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BD6E5-B9C6-82F4-E2AA-FD56EB030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3D4FD2-862B-C79B-3C34-70722CFFB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C7AB73-2B17-F417-07A8-349F4A6CC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96E341-FEB1-1227-70A1-EC52A2456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AB208B-E8AB-BF55-8E66-5CF196AF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2ACDD5-8204-7591-2307-14605C04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89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63CBE-0C55-00FB-922F-92FC79447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9065E7-B158-DFC7-C846-754CBABC2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A2885E-3E48-77DE-3145-ED126189C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534C19-C86E-DE07-CFEC-AECE6BBF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0BB7A0-D190-2C24-52C6-395C0510E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F525DE-25A7-39F7-FB03-014F11FC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41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273C9-0B84-7E9F-64CB-22598031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CE50E8-A93C-A095-2B5E-EEC2667C2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992AA8-D7F2-50EE-F66D-52780A8DD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657E46-08FA-387A-7A18-F10A657F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44CF49-8411-2030-D01E-756717B2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28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91404B-8C04-8864-69C2-E32722EF1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EDE585-3CEB-BE92-AB50-EAE17219E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81CFFA-9136-737D-5342-9753D9C5E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C66CC0-4CB3-E6D0-0777-0687A3FA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7C7FE6-7E46-C55A-300D-E8A12F64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681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28D8907-CCDC-E531-AFBB-2FE4724C3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5F4590-B844-C26D-F864-84C90ED2E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232B58-F7C0-B693-B99B-1D4B7E565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F8217-FDD8-489B-8BFA-C19F9BEC7362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8D9CF1-C5E5-B88B-D46C-82FB1EDB4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1D735F-D984-EF6D-4957-5FE6CFDE0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9406B-71FC-4EC5-936A-384A65187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334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A494C49-ACDF-B9FC-B94A-1BC1E3A00B0E}"/>
              </a:ext>
            </a:extLst>
          </p:cNvPr>
          <p:cNvSpPr/>
          <p:nvPr/>
        </p:nvSpPr>
        <p:spPr>
          <a:xfrm>
            <a:off x="121920" y="1089061"/>
            <a:ext cx="1727428" cy="5651374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9000">
                <a:srgbClr val="CC6128"/>
              </a:gs>
              <a:gs pos="0">
                <a:schemeClr val="accent2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7153C32-0F5E-6A30-0EE4-EF9708C05E81}"/>
              </a:ext>
            </a:extLst>
          </p:cNvPr>
          <p:cNvSpPr/>
          <p:nvPr/>
        </p:nvSpPr>
        <p:spPr>
          <a:xfrm rot="5400000">
            <a:off x="5621554" y="-5443715"/>
            <a:ext cx="971496" cy="11970767"/>
          </a:xfrm>
          <a:prstGeom prst="rect">
            <a:avLst/>
          </a:prstGeom>
          <a:gradFill flip="none" rotWithShape="1">
            <a:gsLst>
              <a:gs pos="85000">
                <a:schemeClr val="accent2">
                  <a:lumMod val="74000"/>
                </a:schemeClr>
              </a:gs>
              <a:gs pos="100000">
                <a:schemeClr val="accent2"/>
              </a:gs>
              <a:gs pos="0">
                <a:schemeClr val="accent2">
                  <a:lumMod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8886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Rugna</dc:creator>
  <cp:lastModifiedBy>Thiago Rocha</cp:lastModifiedBy>
  <cp:revision>10</cp:revision>
  <dcterms:created xsi:type="dcterms:W3CDTF">2025-07-04T21:02:23Z</dcterms:created>
  <dcterms:modified xsi:type="dcterms:W3CDTF">2025-11-14T14:00:10Z</dcterms:modified>
</cp:coreProperties>
</file>