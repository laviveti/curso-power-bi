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94F7B-C92D-8480-EB02-DA9C1B478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A89BE8-E39A-E3A8-48DC-71315ED49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176208-EEC8-36EC-815F-4B8DF3E8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C4FC70-31B7-A439-2FFC-7EB5E99D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956F4F-DF7C-0B38-F731-17F7C346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48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D2117-4F37-B951-5517-9EBD0160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B39531-3E5D-11C3-9051-AED31EFBC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4F2E1-665F-C2FB-E3C4-88BE27BF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7BB3AE-65D3-7404-4859-02C345C5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0EC708-C53A-ECFB-73DF-F1EE0A02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38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A2C7C-C2AB-74C7-4671-267895A6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35C751-99D6-8308-463C-356B1FE5A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F8CD1E-4042-5B8E-0D4C-57512BAC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0EC7B8-93CC-CB78-D223-19CB0AA5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C8DB41-F90E-6F03-75CA-DA30AFAD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26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F4F05-757A-FD4A-8528-7A7B5132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BE991D-88D5-4E3C-4CA7-8C5C51D78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B996B2-2329-379D-7331-8CB80FEDF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7D3882-5BAD-66CA-030D-815EC295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545F2E-F704-C70A-8E0C-90E234ED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F6641F-C6FC-ADFC-CEAF-DD689F76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86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7444F-EF94-7E5C-C2F2-8BA9CAE2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575E70-1F13-FC0E-AA60-68666ADD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A8F98F-CA59-2E90-FCEB-70BB15372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6781D8-1AF8-5706-B2DB-69D5D9605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81A6DF-F5CD-BF5D-8629-3B45F8A1C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7016DD2-A576-E4E6-3923-F5FF0253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60D7257-3248-FD2D-77D8-6B0F367B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0531A4-BD25-0509-1F1F-C7581104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655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5E105-4F7B-2B69-9882-1B331C95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A56FF5-3FEB-3992-79C9-9F1CE316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976D21-08E6-3FD5-4B6A-FABBA102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BDEF00-93C9-20AD-CE36-298AE032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24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07048-7B72-E05D-23CD-CDDDE06AE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8D9A0A-6396-A0D5-BA76-14B8D712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852B2B-F84A-5070-2632-13DD4F75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071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03835-46A7-1319-D3A6-1D5DB138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9FF40D-2029-475F-C95D-C5E9253C6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D36811-FAEA-EF63-27F3-B5DDA7521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29C073-0EA6-079A-C1DA-0545379E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63D863-CF9F-A605-B22B-3D6DBDED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0B935D-01C0-B8A8-9E8E-3180435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20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92199-608D-2119-DB23-A30D20CD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471A7B-6B5F-4F6D-73F9-5EB1FA84B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1D9F86-3126-82DA-B89B-1FCC0444D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9698A7-761F-CAD5-7180-83A4E2EF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567947-8CC9-804C-C119-AD9E90C5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1D4FC2-6A06-2D00-4B81-7BB43607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80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73C01-5485-83AD-BFF8-FFC8628C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2A02A6-C119-9851-FFB8-8D1ED82D9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7BB72E-D833-BE3C-73C5-D32B193C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CF394B-1EBD-705F-B1CC-2B657E69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28F591-F517-1E2B-DA97-FF047F42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05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E99E3E-89ED-D5B3-5D0A-A5B918D77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291AD4-05E4-99A9-6D98-0F9526C60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3D3EC0-3186-1654-DEF8-2B04277A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4BBF6E-A455-D6CA-38F7-3447CAA4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5CD0C3-5C0C-1821-9BFF-2E794505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42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E54708-0EC9-5FBF-0014-96FA513AE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3A74D5-486E-7136-02D6-A81D09A4E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E09AF2-321E-E5C2-1FCD-545F1394A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7868D-65D6-4574-B60B-9DC3FF87AEA4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5965B1-BED4-69C3-04A5-ED1178962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CAF749-962B-BBD4-F3A4-0D42C54F6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C45BE-A85D-40ED-B704-9759799469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66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63361EB-A33B-0EFA-E122-40F695F4AB9A}"/>
              </a:ext>
            </a:extLst>
          </p:cNvPr>
          <p:cNvSpPr/>
          <p:nvPr/>
        </p:nvSpPr>
        <p:spPr>
          <a:xfrm>
            <a:off x="0" y="0"/>
            <a:ext cx="1060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930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Rugna</dc:creator>
  <cp:lastModifiedBy>Ricardo Rugna</cp:lastModifiedBy>
  <cp:revision>1</cp:revision>
  <dcterms:created xsi:type="dcterms:W3CDTF">2025-07-23T21:17:16Z</dcterms:created>
  <dcterms:modified xsi:type="dcterms:W3CDTF">2025-07-23T22:23:49Z</dcterms:modified>
</cp:coreProperties>
</file>